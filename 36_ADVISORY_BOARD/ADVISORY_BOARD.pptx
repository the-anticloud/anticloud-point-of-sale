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Advisory 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POINT_OF_SALE | Category: SUPERMARKETS</a:t>
            </a:r>
          </a:p>
          <a:p>
            <a:r>
              <a:rPr sz="1400"/>
              <a:t>Upstream: https://github.com/flodgaard/Point-of-Sale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advisory board for the Anticloud integration of POINT_OF_SALE.</a:t>
            </a:r>
          </a:p>
          <a:p>
            <a:r>
              <a:rPr sz="1400"/>
              <a:t>Django POS for supermarkets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POINT_OF_SALE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